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8" d="100"/>
          <a:sy n="138" d="100"/>
        </p:scale>
        <p:origin x="83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791431" y="91440"/>
            <a:ext cx="556113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rPr lang="en-US" altLang="zh-TW" dirty="0"/>
              <a:t>1.</a:t>
            </a:r>
            <a:r>
              <a:rPr dirty="0"/>
              <a:t>耶和華是我的主 </a:t>
            </a:r>
            <a:r>
              <a:rPr dirty="0" err="1"/>
              <a:t>必不至動搖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有耶和華的幫助 還要懼誰呢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【叫我抬起頭的神】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791431" y="91440"/>
            <a:ext cx="556113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rPr lang="en-US" altLang="zh-TW" dirty="0"/>
              <a:t>2.</a:t>
            </a:r>
            <a:r>
              <a:rPr dirty="0"/>
              <a:t>耶和華是我牧者 </a:t>
            </a:r>
            <a:r>
              <a:rPr dirty="0" err="1"/>
              <a:t>必不致缺乏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有耶和華作我旌旗 必全然得勝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【叫我抬起頭的神】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※耶和華是我四圍的盾牌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是我的榮耀  又是叫我抬起頭的神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【叫我抬起頭的神】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一宿雖然有哭泣 早晨我們必歡呼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祢是我的磐石我的幫助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【叫我抬起頭的神】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96615" y="91440"/>
            <a:ext cx="515077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rPr lang="en-US" altLang="zh-TW" dirty="0"/>
              <a:t>1.</a:t>
            </a:r>
            <a:r>
              <a:rPr dirty="0"/>
              <a:t>有一位真神 </a:t>
            </a:r>
            <a:r>
              <a:rPr dirty="0" err="1"/>
              <a:t>祂名字叫耶穌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祂來到這世界上 為要救贖你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【永恆唯一的盼望】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生命的意義 盡在這福音裡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只要你開口呼喊 耶穌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【永恆唯一的盼望】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※耶穌是生命一切問題的解答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耶穌是生命一切黑暗的亮光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【永恆唯一的盼望】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將憂傷變為喜樂 將懼怕變為力量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耶穌是永恆唯一的盼望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【永恆唯一的盼望】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1.耶穌 神的愛子 耶穌 榮耀君王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能力 權柄 智慧 公義 遠超過全世界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【耶穌的名】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2.耶穌 神的愛子 耶穌 榮耀君王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萬有俯伏在祢腳前 世間的救贖主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【耶穌的名】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※耶穌的名 超乎萬名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榮耀尊貴都歸於祢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【耶穌的名】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萬膝要跪拜 萬口要承認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耶穌我敬拜祢到永遠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【耶穌的名】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§ 疾病不能 死亡不能 勝過耶穌的名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世上沒有任何困難 勝過耶穌的名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【耶穌的名】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醫治能力 救贖恩典 都因耶穌的名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營壘攻破 爭戰得勝 都因耶穌的名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【耶穌的名】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11621" y="91440"/>
            <a:ext cx="792075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rPr lang="en-US" altLang="zh-TW" dirty="0"/>
              <a:t>1.</a:t>
            </a:r>
            <a:r>
              <a:rPr dirty="0"/>
              <a:t>你流出寶血  </a:t>
            </a:r>
            <a:r>
              <a:rPr dirty="0" err="1"/>
              <a:t>洗淨我汙穢</a:t>
            </a:r>
            <a:r>
              <a:rPr dirty="0"/>
              <a:t>  </a:t>
            </a:r>
            <a:r>
              <a:rPr dirty="0" err="1"/>
              <a:t>將我的生命贖回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為了我的罪  犧牲永不悔  顯明你極大恩惠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【你愛永不變】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11621" y="91440"/>
            <a:ext cx="792075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rPr lang="en-US" altLang="zh-TW" dirty="0"/>
              <a:t>2.</a:t>
            </a:r>
            <a:r>
              <a:rPr dirty="0"/>
              <a:t>我深深體會  </a:t>
            </a:r>
            <a:r>
              <a:rPr dirty="0" err="1"/>
              <a:t>你愛的寶貴</a:t>
            </a:r>
            <a:r>
              <a:rPr dirty="0"/>
              <a:t>  </a:t>
            </a:r>
            <a:r>
              <a:rPr dirty="0" err="1"/>
              <a:t>獻上自己永追隨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-92097" y="640080"/>
            <a:ext cx="9328195" cy="5693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rPr sz="3100" dirty="0" err="1"/>
              <a:t>或傷心或氣餒</a:t>
            </a:r>
            <a:r>
              <a:rPr sz="3100" dirty="0"/>
              <a:t>  </a:t>
            </a:r>
            <a:r>
              <a:rPr sz="3100" dirty="0" err="1"/>
              <a:t>或生離或死別</a:t>
            </a:r>
            <a:r>
              <a:rPr sz="3100" dirty="0"/>
              <a:t>  </a:t>
            </a:r>
            <a:r>
              <a:rPr sz="3100" dirty="0" err="1"/>
              <a:t>願剛強壯膽永遠不後退</a:t>
            </a:r>
            <a:endParaRPr sz="3100"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【你愛永不變】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※哦～你愛永不變  從今直到永遠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深深澆灌我心田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【你愛永不變】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或天旋或地轉  經滄海歷桑田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都不能叫我與你愛隔絕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【你愛永不變】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406984" y="91440"/>
            <a:ext cx="433003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rPr lang="en-US" altLang="zh-TW" dirty="0"/>
              <a:t>1.</a:t>
            </a:r>
            <a:r>
              <a:rPr dirty="0"/>
              <a:t>主耶穌 </a:t>
            </a:r>
            <a:r>
              <a:rPr dirty="0" err="1"/>
              <a:t>祢召我出黑暗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入奇妙光明 賞賜獨特的位份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【成為神蹟的器皿】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53096" y="91440"/>
            <a:ext cx="463780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rPr lang="en-US" altLang="zh-TW" dirty="0"/>
              <a:t>2.</a:t>
            </a:r>
            <a:r>
              <a:rPr dirty="0"/>
              <a:t>在基督裡我是新造的人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祢看為寶貴 獻上為祢所用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【成為神蹟的器皿】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※1.讓我成為祢神蹟的器皿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被揀選族類 君尊的祭司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【成為神蹟的器皿】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聖潔的國度 屬神的子民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來宣揚主耶穌 彰顯神的榮耀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【成為神蹟的器皿】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※2.讓我成為祢神蹟的器皿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以信心的眼睛 看見新的盼望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【成為神蹟的器皿】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用祢的大能和愛來充滿我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00"/>
                </a:solidFill>
                <a:latin typeface="微軟正黑體"/>
              </a:defRPr>
            </a:pPr>
            <a:r>
              <a:t>我要傳揚主的愛 讓世界更美好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00"/>
                </a:solidFill>
                <a:latin typeface="微軟正黑體"/>
              </a:defRPr>
            </a:pPr>
            <a:r>
              <a:t>【成為神蹟的器皿】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200</Words>
  <Application>Microsoft Office PowerPoint</Application>
  <PresentationFormat>如螢幕大小 (16:9)</PresentationFormat>
  <Paragraphs>72</Paragraphs>
  <Slides>24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許良宏</cp:lastModifiedBy>
  <cp:revision>2</cp:revision>
  <dcterms:created xsi:type="dcterms:W3CDTF">2013-01-27T09:14:16Z</dcterms:created>
  <dcterms:modified xsi:type="dcterms:W3CDTF">2025-10-31T20:10:46Z</dcterms:modified>
  <cp:category/>
</cp:coreProperties>
</file>