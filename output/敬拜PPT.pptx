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從天父而來的愛和恩典 把我們冰冷的心溶解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讓我們獻出每個音符 把它化為讚美之泉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《讚美之泉》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※ 我們張開口、舉起手 向永生之主稱謝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使讚美之泉 流入每個人的心間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《讚美之泉》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00"/>
                </a:solidFill>
                <a:latin typeface="微軟正黑體"/>
              </a:rPr>
              <a:t>耶穌我愛你 俯伏在你面前 讚美敬拜你 主～我王</a:t>
            </a:r>
            <a:br/>
            <a:r>
              <a:rPr sz="3200" b="1">
                <a:solidFill>
                  <a:srgbClr val="FFFF00"/>
                </a:solidFill>
                <a:latin typeface="微軟正黑體"/>
              </a:rPr>
              <a:t>哈利路亞 哈利路亞 哈利路亞 哈利路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FFF00"/>
                </a:solidFill>
                <a:latin typeface="微軟正黑體"/>
              </a:rPr>
              <a:t>《耶穌我愛祢》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