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1.願天歡喜 願地快樂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願海和其中充滿的澎湃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願天歡喜 願地快樂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願田和其中所有的歡樂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2.我們相聚 愛裡敬拜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願耶穌的愛充滿在這裡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高舉雙手 大聲宣告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願神的喜樂成為我力量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※來歡呼來讚美 將榮耀都歸於祂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來歡呼來讚美 來向耶和華歌唱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來歡呼來讚美 將榮耀都歸於祂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來歡呼來讚美 來向耶和華歌唱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§ woah oh oh woah X3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woah oh oh 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來歡呼來讚美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將天敞開 祢的榮耀降下來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將天敞開 祢的同在降下來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將天敞開 祢的榮耀降下來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萬國讚嘆祢 祢是榮耀君王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※天上地下 合一敬拜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歡呼耶穌基督 聖潔羔羊 榮耀歸於祢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天上地下 在永恆裡敬拜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哈利路亞 哈利路亞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§ 神就在這裡 我們歡迎祢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讓一切焦點轉向祢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神就在這裡 我們歡迎祢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寶座前敬拜不停息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將天敞開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1.敬拜永活獨一的真神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榮耀在全地彰顯永遠不改變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國度權柄能力歸給祂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公義慈愛顯威嚴 亙古到永遠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c1.神掌權到永遠 在天地之間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立晨星鋪穹蒼 劃出地平線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降恩雨賜豐年 海不越過界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神掌權到永遠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c2.神掌權到永遠 在天地之間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造白晝管黑夜 寒暑不停歇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施憐憫行拯救 向我們仰臉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神掌權到永遠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b.耶和華做王 世界堅定不動搖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耶和華做王 地的四極都看見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神掌權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1.當我在患難之中 我仍要信靠耶穌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祢是我的一切 我心所依靠的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耶穌永遠掌權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2.當我的心動搖時 我仍要讚美耶穌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祢是我的盼望 我心所依靠的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耶穌永遠掌權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※哈利路亞 哈利路亞 耶穌永遠掌權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哈利路亞 哈利路亞 耶穌永遠掌權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耶穌永遠掌權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§白晝 祢向我施慈愛 黑夜 我要歌頌禱告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祢是我的詩歌 我的避難所 叫我抬起頭的神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耶穌永遠掌權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1.獻上感恩的心 歸給至聖全能神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因他賜下獨生子 主耶穌基督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獻上感恩的心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"/>
            <a:ext cx="1280160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c.如今軟弱者已得剛強 貧窮者已成富足</a:t>
            </a:r>
          </a:p>
          <a:p>
            <a:pPr algn="ctr">
              <a:defRPr sz="4400" b="1">
                <a:solidFill>
                  <a:srgbClr val="FFFF00"/>
                </a:solidFill>
                <a:latin typeface="微軟正黑體"/>
              </a:defRPr>
            </a:pPr>
            <a:r>
              <a:t>都因為主已成就了大事 (感恩 感恩)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543800"/>
            <a:ext cx="12801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00"/>
                </a:solidFill>
                <a:latin typeface="微軟正黑體"/>
              </a:defRPr>
            </a:pPr>
            <a:r>
              <a:t>獻上感恩的心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